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4811" y="1204913"/>
            <a:ext cx="53143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POPEYE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914811" y="3262313"/>
            <a:ext cx="5314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Modification in Vietnam: The Declassified Truth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00500" y="3910013"/>
            <a:ext cx="1143000" cy="28575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6402515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Military Weaponized Weather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181225"/>
            <a:ext cx="7772400" cy="6096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1967 and 1972, the United States conducted a classified military operation to artificially extend monsoon seasons in Vietnam, Laos, and Cambodia.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3057525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conspiracy theory. This is declassified government documentation.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3667125"/>
            <a:ext cx="762000" cy="1905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State Department, Foreign Relations of the United States, 1964–1968, Volume XXVIII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925759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Popeye: The Facts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868984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2072729"/>
            <a:ext cx="4103736" cy="214313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seeding to extend monsoon season by 30-45 days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439442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2643188"/>
            <a:ext cx="4103736" cy="214313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1967 – July 1972 (5 years)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009900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3213646"/>
            <a:ext cx="4103736" cy="214313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Chi Minh Trail supply routes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81000" y="3580358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MOTTO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3784104"/>
            <a:ext cx="4103736" cy="214313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mud, not war"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32871" y="1939826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32871" y="2143571"/>
            <a:ext cx="4103736" cy="4286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2,602 sorties</a:t>
            </a: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47,000 units of seeding material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32871" y="2724596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32871" y="2928342"/>
            <a:ext cx="4103736" cy="214313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$3.6M annually ($23M today)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632871" y="3295055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32871" y="3498800"/>
            <a:ext cx="4103736" cy="4286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30-45% rainfall increase</a:t>
            </a: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monsoons 30-60 days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Declassified Pentagon Reports, GlobalSecurity.org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5566982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Government Assessment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0550" y="2322314"/>
            <a:ext cx="0" cy="1222772"/>
          </a:xfrm>
          <a:prstGeom prst="line">
            <a:avLst/>
          </a:prstGeom>
          <a:noFill/>
          <a:ln w="381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322314"/>
            <a:ext cx="7850124" cy="6858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experiments were undeniably successful, indicating that the U.S. Government has realized a capability of significant weather modification."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6300" y="3198614"/>
            <a:ext cx="78501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 Under Secretary Foy D. Kohler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Memorandum to Secretary of State Dean Rusk, January 13, 1967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Document: history.state.gov/historicaldocuments/frus1964-68v28/d274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789742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Cover-Up and Exposure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166938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1971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581150" y="2166938"/>
            <a:ext cx="3260916" cy="2000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Anderson publishes exposé on weather warfare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500313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581150" y="2500313"/>
            <a:ext cx="6380958" cy="2000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Secretary Melvin Laird testifies to Congress, calls reports "wild tales" and denies program exists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33688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1972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581150" y="2833688"/>
            <a:ext cx="3306002" cy="2000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cease 2 days after New York Times article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167063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1974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581150" y="3167063"/>
            <a:ext cx="3619327" cy="2000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Laird's private letter leaked - he admits he lied to Congress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500438"/>
            <a:ext cx="1068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1974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581150" y="3500438"/>
            <a:ext cx="2852410" cy="200025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briefing transcript released to public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Senate Committee on Foreign Relations, ClimateViewer News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478845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Congressional Reaction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0550" y="2322314"/>
            <a:ext cx="0" cy="1222772"/>
          </a:xfrm>
          <a:prstGeom prst="line">
            <a:avLst/>
          </a:prstGeom>
          <a:noFill/>
          <a:ln w="38100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322314"/>
            <a:ext cx="7850124" cy="6858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concerns me is not rainmaking per se, but when you open Pandora's box, what comes out with it?"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6300" y="3198614"/>
            <a:ext cx="78501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Senator Claiborne Pell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1500"/>
              </a:spcBef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Senate Committee on Foreign Relations, 1974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PopSci, March 21, 2018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673156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International Response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63303"/>
            <a:ext cx="8382000" cy="254079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63303"/>
            <a:ext cx="0" cy="2540794"/>
          </a:xfrm>
          <a:prstGeom prst="line">
            <a:avLst/>
          </a:prstGeom>
          <a:noFill/>
          <a:ln w="381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" y="1968103"/>
            <a:ext cx="78889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Modification Convention (ENMOD)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3900" y="2360414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95450" y="2360414"/>
            <a:ext cx="2401550" cy="18663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Treaty opened for signature in Geneva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661345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5450" y="2661345"/>
            <a:ext cx="1471291" cy="18663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Treaty enters into force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2962275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5450" y="2962275"/>
            <a:ext cx="6898005" cy="373261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"Military or hostile use of environmental modification techniques having widespread, long-lasting or severe effects"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900" y="3526036"/>
            <a:ext cx="7734300" cy="9525"/>
          </a:xfrm>
          <a:prstGeom prst="rect">
            <a:avLst/>
          </a:prstGeom>
          <a:solidFill>
            <a:srgbClr val="D4D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3726061"/>
            <a:ext cx="7888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Note: Treaty bans MILITARY use. Does NOT ban civilian/peaceful weather modification.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UN Treaty Collection, Federation of American Scientists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712017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After 1977?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79190"/>
            <a:ext cx="7772400" cy="28575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military was banned from weather warfare, the technology didn't disappear.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1855440"/>
            <a:ext cx="7772400" cy="28575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transitioned to civilian applications.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407890"/>
            <a:ext cx="7620000" cy="208017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636490"/>
            <a:ext cx="73060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64061"/>
            <a:ext cx="716280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U.S. states have passed weather modification legislation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ban it — to regulate and license it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currently conducting cloud seeding operations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programs for drought relief, agriculture, ski resorts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compiled from state legislation databases (next slide)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7344918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Weather Modification Infrastructure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18345"/>
            <a:ext cx="8382000" cy="283071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8076" y="1823145"/>
            <a:ext cx="79278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8076" y="2188815"/>
            <a:ext cx="7927848" cy="27429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will feature: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539305"/>
            <a:ext cx="7772400" cy="1295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ctr" marL="114300" indent="-1143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state legislation mapping (30 states)</a:t>
            </a:r>
            <a:endParaRPr lang="en-US" sz="1350" dirty="0"/>
          </a:p>
          <a:p>
            <a:pPr algn="ctr" marL="114300" indent="-1143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300-year weather modification timeline</a:t>
            </a:r>
            <a:endParaRPr lang="en-US" sz="1350" dirty="0"/>
          </a:p>
          <a:p>
            <a:pPr algn="ctr" marL="114300" indent="-1143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infrastructure actor database</a:t>
            </a:r>
            <a:endParaRPr lang="en-US" sz="1350" dirty="0"/>
          </a:p>
          <a:p>
            <a:pPr algn="ctr" marL="114300" indent="-1143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patterns of licensed operations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86250" y="4025205"/>
            <a:ext cx="571500" cy="1905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Insert your actual database screenshots and visualizations here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8600"/>
            <a:ext cx="4478845" cy="3429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540371"/>
            <a:ext cx="7772400" cy="746522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technology proven in Vietnam in 1967 is still being used today.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2591693"/>
            <a:ext cx="952500" cy="28575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2925068"/>
            <a:ext cx="7772400" cy="3048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 isn't whether weather modification is possible.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3382268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Popeye settled that in 1967.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3991868"/>
            <a:ext cx="777240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2400"/>
              </a:spcBef>
              <a:buNone/>
            </a:pPr>
            <a:r>
              <a:rPr lang="en-US" sz="16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is: who's doing it now, and what are they doing with it?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0586" y="1077367"/>
            <a:ext cx="434282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Following the Paper Trail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095750" y="2601367"/>
            <a:ext cx="952500" cy="28575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57350" y="3010942"/>
            <a:ext cx="5829300" cy="487561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Who's conducting weather modification operations today, what they're legally required to report, and what the data shows.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57350" y="3879503"/>
            <a:ext cx="58293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investigative documentation, not speculation.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Popeye: Weather Modification in Vietnam</dc:title>
  <dc:subject>PptxGenJS Presentation</dc:subject>
  <dc:creator>Research Documentation</dc:creator>
  <cp:lastModifiedBy>Research Documentation</cp:lastModifiedBy>
  <cp:revision>1</cp:revision>
  <dcterms:created xsi:type="dcterms:W3CDTF">2025-12-04T18:30:09Z</dcterms:created>
  <dcterms:modified xsi:type="dcterms:W3CDTF">2025-12-04T18:30:09Z</dcterms:modified>
</cp:coreProperties>
</file>